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피드 p95 (ms)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9404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5명</c:v>
                  </c:pt>
                  <c:pt idx="1">
                    <c:v>30명</c:v>
                  </c:pt>
                  <c:pt idx="2">
                    <c:v>50명</c:v>
                  </c:pt>
                  <c:pt idx="3">
                    <c:v>100명</c:v>
                  </c:pt>
                  <c:pt idx="4">
                    <c:v>100명 (이미지 제외)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373</c:v>
                </c:pt>
                <c:pt idx="1">
                  <c:v>409</c:v>
                </c:pt>
                <c:pt idx="2">
                  <c:v>1890</c:v>
                </c:pt>
                <c:pt idx="3">
                  <c:v>3970</c:v>
                </c:pt>
                <c:pt idx="4">
                  <c:v>339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9404C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9404C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00"/>
        </c:scaling>
        <c:delete val="0"/>
        <c:axPos val="l"/>
        <c:majorGridlines>
          <c:spPr>
            <a:ln w="12700" cap="flat">
              <a:solidFill>
                <a:srgbClr val="EDF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39F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30명까지는 부하를 6배 올려도 응답이 10~40%만 늘었습니다. 50명부터 꺾이고 100명은 포화입니다. 다만 마지막 행처럼 이미지를 빼면 100명에서도 여유가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가설을 세우고 변수를 하나만 제거해 확인한 결과입니다. 한계를 알고 원인을 특정했으며 개선 방향까지 확보했다는 것이 결론입니다.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부하테스트  ·  starttoo  ·  2026-08-08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방법과 결과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27000" dist="25400" dir="5400000">
              <a:srgbClr val="9AA3B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002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조건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029968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196596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k6 · 로컬 PC → 실제 배포 도메인 (HTTPS·nginx 포함)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2414016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235000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회차당 3분 — 30초 증가 → 2분 유지 → 30초 감소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5840" y="2798064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273405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전용 · 피드 → 상세 → 이미지 → 검색 → 아티스트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27000" dist="25400" dir="5400000">
              <a:srgbClr val="9AA3B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6002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레이트 리밋 — 측정 전 넘어야 했던 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2029968"/>
            <a:ext cx="118872" cy="11887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6784848" y="196596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 1분 60건 한도가 있어 5명만으로 46%가 거부됨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2414016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784848" y="235000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용량이 아니라 정책을 재게 되므로 면제 계정으로 측정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2798064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273405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 수준은 1인당 분당 24건 — 실제 한도의 40% 수준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3649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사용자별 응답시간 (p95)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703320"/>
          <a:ext cx="10789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사용자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373ms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194ms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212ms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723ms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409ms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243ms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892ms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11.6/s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1.89s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1.07s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1.25s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5.64s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3.97s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2.03s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2.25s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8.18s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25.8/s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100명 (이미지 제외)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339ms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194ms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31.5/s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0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p95 = 100명 중 95명이 이 시간 안에 응답받았다는 뜻 (평균보다 체감을 잘 반영)  ·  모든 구간에서 실패·타임아웃 0건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분석 및 결론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병목은 서버가 아니라 이미지 전송이었다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035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371600"/>
            <a:ext cx="4754880" cy="27432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27000" dist="25400" dir="5400000">
              <a:srgbClr val="9AA3B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53619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12배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040880" y="2231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응답시간 개선 (동시 100명 기준)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40880" y="2578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포함        →        이미지 제외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4088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907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3.97s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15400" y="29077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26880" y="2907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339ms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3255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3255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2.03s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915400" y="32552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326880" y="3255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194ms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3602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63840" y="3602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2.25s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15400" y="36027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0" y="3602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275ms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" y="42245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응답이 4초일 때도 서버 CPU 는 전 컨테이너 1% 미만</a:t>
            </a:r>
            <a:pPr indent="0" marL="0">
              <a:buNone/>
            </a:pPr>
            <a:r>
              <a:rPr lang="en-US" sz="11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(nginx 0.23 · backend 0.55 · postgres 0.00 · minio 0.07 · redis 0.54).  처리 능력이 아니라 다른 무언가가 막고 있다는 뜻이라, 이미지 요청만 빼고 같은 부하를 다시 걸었습니다.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" y="4681728"/>
            <a:ext cx="3340608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/>
        </p:spPr>
      </p:sp>
      <p:sp>
        <p:nvSpPr>
          <p:cNvPr id="23" name="Shape 20"/>
          <p:cNvSpPr/>
          <p:nvPr/>
        </p:nvSpPr>
        <p:spPr>
          <a:xfrm>
            <a:off x="941832" y="4873752"/>
            <a:ext cx="274320" cy="274320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24" name="Text 21"/>
          <p:cNvSpPr/>
          <p:nvPr/>
        </p:nvSpPr>
        <p:spPr>
          <a:xfrm>
            <a:off x="941832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307592" y="4855464"/>
            <a:ext cx="265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처리 능력은 100명도 여유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41832" y="5212080"/>
            <a:ext cx="2974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제외 시 100명에서도 p95 339ms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282440" y="4681728"/>
            <a:ext cx="3340608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/>
        </p:spPr>
      </p:sp>
      <p:sp>
        <p:nvSpPr>
          <p:cNvPr id="28" name="Shape 25"/>
          <p:cNvSpPr/>
          <p:nvPr/>
        </p:nvSpPr>
        <p:spPr>
          <a:xfrm>
            <a:off x="4538472" y="4873752"/>
            <a:ext cx="274320" cy="274320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29" name="Text 26"/>
          <p:cNvSpPr/>
          <p:nvPr/>
        </p:nvSpPr>
        <p:spPr>
          <a:xfrm>
            <a:off x="4538472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904232" y="4855464"/>
            <a:ext cx="265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병목은 이미지 전송 하나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38472" y="5212080"/>
            <a:ext cx="2974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뺀 100명이 이미지 포함 30명보다 빠름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879080" y="4681728"/>
            <a:ext cx="3340608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/>
        </p:spPr>
      </p:sp>
      <p:sp>
        <p:nvSpPr>
          <p:cNvPr id="33" name="Shape 30"/>
          <p:cNvSpPr/>
          <p:nvPr/>
        </p:nvSpPr>
        <p:spPr>
          <a:xfrm>
            <a:off x="8135112" y="4873752"/>
            <a:ext cx="274320" cy="274320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34" name="Text 31"/>
          <p:cNvSpPr/>
          <p:nvPr/>
        </p:nvSpPr>
        <p:spPr>
          <a:xfrm>
            <a:off x="8135112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500872" y="4855464"/>
            <a:ext cx="265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넘겨도 장애가 아닌 지연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135112" y="5212080"/>
            <a:ext cx="2974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5,000건 요청에서 에러·타임아웃 0건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85800" y="5788152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16191F"/>
          </a:solidFill>
          <a:ln/>
        </p:spPr>
      </p:sp>
      <p:sp>
        <p:nvSpPr>
          <p:cNvPr id="38" name="Text 35"/>
          <p:cNvSpPr/>
          <p:nvPr/>
        </p:nvSpPr>
        <p:spPr>
          <a:xfrm>
            <a:off x="1005840" y="5925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2148840" y="5925312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D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업로드 원본을 그대로 전송 중  ·  썸네일 생성으로 전송량 5~10배 감소  ·  WebP 변환 추가 30~50%  ·  CDN 적용 시 서버 대역폭 부담 제거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부하테스트 결과</dc:title>
  <dc:subject>PptxGenJS Presentation</dc:subject>
  <dc:creator>starttoo</dc:creator>
  <cp:lastModifiedBy>starttoo</cp:lastModifiedBy>
  <cp:revision>1</cp:revision>
  <dcterms:created xsi:type="dcterms:W3CDTF">2026-08-08T15:01:52Z</dcterms:created>
  <dcterms:modified xsi:type="dcterms:W3CDTF">2026-08-08T15:01:52Z</dcterms:modified>
</cp:coreProperties>
</file>